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046720" cy="9144000"/>
  <p:notesSz cx="9144000" cy="80467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548640"/>
            <a:ext cx="0" cy="804672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384048" y="1307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 rot="16200000">
            <a:off x="-384048" y="386791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 rot="16200000">
            <a:off x="-384048" y="706831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585216"/>
            <a:ext cx="21214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585216"/>
            <a:ext cx="2121408" cy="2377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8521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exposure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95097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eQTLGen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15214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cis-eQTL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1371600"/>
            <a:ext cx="157276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463040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predominantly European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609344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62656" y="585216"/>
            <a:ext cx="21214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2656" y="585216"/>
            <a:ext cx="2121408" cy="2377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2962656" y="58521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outcomes (GWAS)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90672" y="9326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BBJ Graves disease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77056" y="93268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90672" y="11704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UKB hyperthyroidism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77056" y="11704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90672" y="140817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FinnGen Graves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90672" y="15361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ophthalmopathy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0" y="1426464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TED-specific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0480" y="1554480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93792" y="585216"/>
            <a:ext cx="21214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93792" y="585216"/>
            <a:ext cx="2121408" cy="2377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5193792" y="58521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Orbital tissue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93792" y="95097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RNA-seq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93792" y="115214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 vs control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68112" y="1371600"/>
            <a:ext cx="157276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463040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orbital tissue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93792" y="1609344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cohort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92224" y="1956816"/>
            <a:ext cx="0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023360" y="1956816"/>
            <a:ext cx="0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54496" y="1956816"/>
            <a:ext cx="0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1520" y="2468880"/>
            <a:ext cx="3246120" cy="768096"/>
          </a:xfrm>
          <a:prstGeom prst="rect">
            <a:avLst/>
          </a:prstGeom>
          <a:solidFill>
            <a:srgbClr val="F7F7F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" y="2587752"/>
            <a:ext cx="201168" cy="20116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" y="26060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33856" y="257860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Druggable-gene-wide Mendelian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33856" y="27249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33856" y="29443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2,545 MR-testable genes · 13 BBJ Bonferroni hits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69080" y="2468880"/>
            <a:ext cx="3246120" cy="768096"/>
          </a:xfrm>
          <a:prstGeom prst="rect">
            <a:avLst/>
          </a:prstGeom>
          <a:solidFill>
            <a:srgbClr val="F7F7F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87952" y="2587752"/>
            <a:ext cx="201168" cy="20116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4" name="Text 42"/>
          <p:cNvSpPr/>
          <p:nvPr/>
        </p:nvSpPr>
        <p:spPr>
          <a:xfrm>
            <a:off x="4187952" y="26060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71416" y="257860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Colocalization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471416" y="27249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(shared causal variant)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471416" y="29443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vs distinct eQTL–GWAS signals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1520" y="3328416"/>
            <a:ext cx="3246120" cy="768096"/>
          </a:xfrm>
          <a:prstGeom prst="rect">
            <a:avLst/>
          </a:prstGeom>
          <a:solidFill>
            <a:srgbClr val="F7F7F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0392" y="3447288"/>
            <a:ext cx="201168" cy="20116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" y="34655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33856" y="343814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fine-mapping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33856" y="358444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(instrument structure)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33856" y="3803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credible sets &amp; ancestry-matched LD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069080" y="3328416"/>
            <a:ext cx="3246120" cy="768096"/>
          </a:xfrm>
          <a:prstGeom prst="rect">
            <a:avLst/>
          </a:prstGeom>
          <a:solidFill>
            <a:srgbClr val="F7F7F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87952" y="3447288"/>
            <a:ext cx="201168" cy="20116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6" name="Text 54"/>
          <p:cNvSpPr/>
          <p:nvPr/>
        </p:nvSpPr>
        <p:spPr>
          <a:xfrm>
            <a:off x="4187952" y="34655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471416" y="343814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Orbital expression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471416" y="358444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(differential analysis)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471416" y="3803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tissue-level support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350008" y="4096512"/>
            <a:ext cx="0" cy="23774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96712" y="4096512"/>
            <a:ext cx="0" cy="23774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50008" y="4334256"/>
            <a:ext cx="334670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023360" y="4334256"/>
            <a:ext cx="0" cy="34747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731520" y="4718304"/>
            <a:ext cx="658368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0" y="4718304"/>
            <a:ext cx="54864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6" name="Text 64"/>
          <p:cNvSpPr/>
          <p:nvPr/>
        </p:nvSpPr>
        <p:spPr>
          <a:xfrm>
            <a:off x="950976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TSHR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950976" y="51206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susceptibility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828800" y="4828032"/>
            <a:ext cx="0" cy="493776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11680" y="4864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Genetically anchored susceptibility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011680" y="51206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convergent MR, colocalization, and orbital expression evidence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31520" y="5541264"/>
            <a:ext cx="658368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0" y="5541264"/>
            <a:ext cx="54864" cy="71323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3" name="Text 71"/>
          <p:cNvSpPr/>
          <p:nvPr/>
        </p:nvSpPr>
        <p:spPr>
          <a:xfrm>
            <a:off x="950976" y="56875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IGF1R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950976" y="59436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effector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828800" y="5650992"/>
            <a:ext cx="0" cy="493776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11680" y="56875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Pharmacologic effector axis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2011680" y="594360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risk-direction signal, but not expression-colocalized susceptibility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31520" y="6364224"/>
            <a:ext cx="658368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0976" y="6473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CTLA4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1828800" y="6437376"/>
            <a:ext cx="0" cy="23774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1168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autoimmune locus — included as a positive control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31520" y="6821424"/>
            <a:ext cx="658368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50976" y="69311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828800" y="6894576"/>
            <a:ext cx="0" cy="23774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011680" y="69311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robust novel target after candidate colocalization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31520" y="7516368"/>
            <a:ext cx="6583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" y="760780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druggable-gene-wide framework distinguishing genetically anchored susceptibility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31520" y="777240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pharmacologic effector biology in Graves disease and thyroid eye disease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— Study design</dc:title>
  <dc:subject>PptxGenJS Presentation</dc:subject>
  <dc:creator>TED-TRAP</dc:creator>
  <cp:lastModifiedBy>TED-TRAP</cp:lastModifiedBy>
  <cp:revision>1</cp:revision>
  <dcterms:created xsi:type="dcterms:W3CDTF">2026-05-27T01:46:18Z</dcterms:created>
  <dcterms:modified xsi:type="dcterms:W3CDTF">2026-05-27T01:46:18Z</dcterms:modified>
</cp:coreProperties>
</file>